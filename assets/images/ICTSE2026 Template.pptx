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152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702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9F1D1B-51C7-472C-AC13-7B3B5B40E1EB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5AA540-AC0E-45F6-A711-800B959BFEF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12951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FDF852-95B4-4D38-927D-C08D416A159F}" type="datetime1">
              <a:rPr lang="en-IN" smtClean="0"/>
              <a:t>09-01-2026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C30E15-E325-465D-ACC9-095C31ED84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05201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9727" y="942931"/>
            <a:ext cx="10515600" cy="4351338"/>
          </a:xfrm>
        </p:spPr>
        <p:txBody>
          <a:bodyPr>
            <a:normAutofit/>
          </a:bodyPr>
          <a:lstStyle>
            <a:lvl1pPr marL="228600" indent="-228600" algn="just">
              <a:lnSpc>
                <a:spcPct val="150000"/>
              </a:lnSpc>
              <a:spcBef>
                <a:spcPts val="600"/>
              </a:spcBef>
              <a:buClr>
                <a:srgbClr val="0000CC"/>
              </a:buClr>
              <a:buSzPct val="70000"/>
              <a:buFont typeface="Wingdings" panose="05000000000000000000" pitchFamily="2" charset="2"/>
              <a:buChar char="Ø"/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685800" indent="-228600" algn="just">
              <a:lnSpc>
                <a:spcPct val="150000"/>
              </a:lnSpc>
              <a:spcBef>
                <a:spcPts val="600"/>
              </a:spcBef>
              <a:buClr>
                <a:srgbClr val="0000CC"/>
              </a:buClr>
              <a:buSzPct val="70000"/>
              <a:buFont typeface="Wingdings" panose="05000000000000000000" pitchFamily="2" charset="2"/>
              <a:buChar char="§"/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 algn="just">
              <a:lnSpc>
                <a:spcPct val="150000"/>
              </a:lnSpc>
              <a:spcBef>
                <a:spcPts val="600"/>
              </a:spcBef>
              <a:buClr>
                <a:srgbClr val="0000CC"/>
              </a:buClr>
              <a:buSzPct val="70000"/>
              <a:buFont typeface="Wingdings" panose="05000000000000000000" pitchFamily="2" charset="2"/>
              <a:buChar char="§"/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 algn="just">
              <a:lnSpc>
                <a:spcPct val="150000"/>
              </a:lnSpc>
              <a:spcBef>
                <a:spcPts val="600"/>
              </a:spcBef>
              <a:buClr>
                <a:srgbClr val="0000CC"/>
              </a:buClr>
              <a:buSzPct val="70000"/>
              <a:buFont typeface="Wingdings" panose="05000000000000000000" pitchFamily="2" charset="2"/>
              <a:buChar char="§"/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 algn="just">
              <a:lnSpc>
                <a:spcPct val="150000"/>
              </a:lnSpc>
              <a:spcBef>
                <a:spcPts val="600"/>
              </a:spcBef>
              <a:buClr>
                <a:srgbClr val="0000CC"/>
              </a:buClr>
              <a:buSzPct val="70000"/>
              <a:buFont typeface="Wingdings" panose="05000000000000000000" pitchFamily="2" charset="2"/>
              <a:buChar char="§"/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4F1CC-5033-47A5-86F6-2ADDB5649502}" type="datetime1">
              <a:rPr lang="en-IN" smtClean="0"/>
              <a:t>09-01-2026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62"/>
            <a:ext cx="10515600" cy="542402"/>
          </a:xfrm>
        </p:spPr>
        <p:txBody>
          <a:bodyPr>
            <a:normAutofit/>
          </a:bodyPr>
          <a:lstStyle>
            <a:lvl1pPr>
              <a:defRPr sz="28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IN" dirty="0"/>
          </a:p>
        </p:txBody>
      </p:sp>
      <p:sp>
        <p:nvSpPr>
          <p:cNvPr id="12" name="Rectangle 11"/>
          <p:cNvSpPr/>
          <p:nvPr userDrawn="1"/>
        </p:nvSpPr>
        <p:spPr>
          <a:xfrm>
            <a:off x="5867400" y="6489448"/>
            <a:ext cx="6324600" cy="381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 dirty="0">
              <a:solidFill>
                <a:schemeClr val="bg1"/>
              </a:solidFill>
            </a:endParaRPr>
          </a:p>
        </p:txBody>
      </p:sp>
      <p:sp>
        <p:nvSpPr>
          <p:cNvPr id="13" name="Rectangle 12"/>
          <p:cNvSpPr/>
          <p:nvPr userDrawn="1"/>
        </p:nvSpPr>
        <p:spPr>
          <a:xfrm>
            <a:off x="0" y="6489448"/>
            <a:ext cx="5867400" cy="381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 userDrawn="1"/>
        </p:nvSpPr>
        <p:spPr>
          <a:xfrm>
            <a:off x="3954094" y="6485241"/>
            <a:ext cx="19268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Paper </a:t>
            </a:r>
            <a:r>
              <a:rPr lang="en-IN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 - TXXX</a:t>
            </a:r>
            <a:endParaRPr lang="en-IN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/>
          <p:cNvSpPr txBox="1"/>
          <p:nvPr userDrawn="1"/>
        </p:nvSpPr>
        <p:spPr>
          <a:xfrm>
            <a:off x="5914088" y="6473530"/>
            <a:ext cx="30618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ICTSE </a:t>
            </a:r>
            <a:r>
              <a:rPr lang="en-IN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2026 – NIT Warangal</a:t>
            </a:r>
            <a:endParaRPr lang="en-IN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ectangle 10"/>
          <p:cNvSpPr/>
          <p:nvPr userDrawn="1"/>
        </p:nvSpPr>
        <p:spPr>
          <a:xfrm>
            <a:off x="1" y="-6176"/>
            <a:ext cx="12192000" cy="548640"/>
          </a:xfrm>
          <a:prstGeom prst="rect">
            <a:avLst/>
          </a:prstGeom>
          <a:gradFill flip="none" rotWithShape="1">
            <a:gsLst>
              <a:gs pos="0">
                <a:schemeClr val="tx1"/>
              </a:gs>
              <a:gs pos="100000">
                <a:srgbClr val="3333B2"/>
              </a:gs>
            </a:gsLst>
            <a:lin ang="108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/>
          </a:p>
        </p:txBody>
      </p:sp>
      <p:sp>
        <p:nvSpPr>
          <p:cNvPr id="7" name="Oval 6"/>
          <p:cNvSpPr/>
          <p:nvPr userDrawn="1"/>
        </p:nvSpPr>
        <p:spPr>
          <a:xfrm>
            <a:off x="11277600" y="6487027"/>
            <a:ext cx="914400" cy="36576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197268" y="6487614"/>
            <a:ext cx="2743200" cy="365125"/>
          </a:xfrm>
        </p:spPr>
        <p:txBody>
          <a:bodyPr/>
          <a:lstStyle>
            <a:lvl1pPr>
              <a:defRPr sz="1800" b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A4C30E15-E325-465D-ACC9-095C31ED844B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4225173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993BFD-27C1-4008-8340-45A982AA4607}" type="datetime1">
              <a:rPr lang="en-IN" smtClean="0"/>
              <a:t>09-01-2026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C30E15-E325-465D-ACC9-095C31ED84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05739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47BC77-4CA9-4104-9398-E26C8AD44DE0}" type="datetime1">
              <a:rPr lang="en-IN" smtClean="0"/>
              <a:t>09-01-2026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C30E15-E325-465D-ACC9-095C31ED84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44191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A2272-1A4A-4D10-A028-0C2EB41E14CF}" type="datetime1">
              <a:rPr lang="en-IN" smtClean="0"/>
              <a:t>09-01-2026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C30E15-E325-465D-ACC9-095C31ED84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15289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9BDA0-80BF-4DA9-84C9-4F252DA7E53E}" type="datetime1">
              <a:rPr lang="en-IN" smtClean="0"/>
              <a:t>09-01-2026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C30E15-E325-465D-ACC9-095C31ED84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8456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0AF9EE-FDE9-48BE-82E4-60CFDBCBA3F7}" type="datetime1">
              <a:rPr lang="en-IN" smtClean="0"/>
              <a:t>09-01-2026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C30E15-E325-465D-ACC9-095C31ED84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13135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FCA706-D62D-4BB3-BF2C-F600107BC9B9}" type="datetime1">
              <a:rPr lang="en-IN" smtClean="0"/>
              <a:t>09-01-2026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C30E15-E325-465D-ACC9-095C31ED84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09036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54B25-2D66-4456-BA26-FB933EB3D912}" type="datetime1">
              <a:rPr lang="en-IN" smtClean="0"/>
              <a:t>09-01-2026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C30E15-E325-465D-ACC9-095C31ED84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28002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37BB7E-B71F-4413-9C89-827142F48971}" type="datetime1">
              <a:rPr lang="en-IN" smtClean="0"/>
              <a:t>09-01-2026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C30E15-E325-465D-ACC9-095C31ED84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93608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F4EB0C-B79E-4337-9EFA-1804614534E9}" type="datetime1">
              <a:rPr lang="en-IN" smtClean="0"/>
              <a:t>09-01-2026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C30E15-E325-465D-ACC9-095C31ED84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33898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1BD443-3D0E-4278-ABE7-682760C06F76}" type="datetime1">
              <a:rPr lang="en-IN" smtClean="0"/>
              <a:t>09-01-2026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C30E15-E325-465D-ACC9-095C31ED84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3050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6"/>
          <p:cNvSpPr/>
          <p:nvPr/>
        </p:nvSpPr>
        <p:spPr>
          <a:xfrm>
            <a:off x="1478280" y="1389924"/>
            <a:ext cx="9235440" cy="1920240"/>
          </a:xfrm>
          <a:prstGeom prst="roundRect">
            <a:avLst/>
          </a:prstGeom>
          <a:solidFill>
            <a:srgbClr val="3333B2"/>
          </a:solidFill>
          <a:ln>
            <a:solidFill>
              <a:srgbClr val="3333B2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07529" y="1389924"/>
            <a:ext cx="7010400" cy="1496979"/>
          </a:xfrm>
        </p:spPr>
        <p:txBody>
          <a:bodyPr>
            <a:normAutofit/>
          </a:bodyPr>
          <a:lstStyle/>
          <a:p>
            <a:r>
              <a:rPr lang="en-IN" sz="40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Paper Title</a:t>
            </a:r>
            <a:endParaRPr lang="en-IN" sz="40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2392680" y="3579706"/>
            <a:ext cx="7406640" cy="2286000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>
                <a:lumMod val="10000"/>
                <a:lumOff val="90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049571" y="3613672"/>
            <a:ext cx="5926317" cy="2167166"/>
          </a:xfrm>
        </p:spPr>
        <p:txBody>
          <a:bodyPr>
            <a:noAutofit/>
          </a:bodyPr>
          <a:lstStyle/>
          <a:p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Authors name and affiliations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" y="-6176"/>
            <a:ext cx="12192000" cy="548640"/>
          </a:xfrm>
          <a:prstGeom prst="rect">
            <a:avLst/>
          </a:prstGeom>
          <a:gradFill flip="none" rotWithShape="1">
            <a:gsLst>
              <a:gs pos="0">
                <a:schemeClr val="tx1"/>
              </a:gs>
              <a:gs pos="100000">
                <a:srgbClr val="3333B2"/>
              </a:gs>
            </a:gsLst>
            <a:lin ang="108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5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International Conference on Thermal Sciences and Sustainable Energy (</a:t>
            </a:r>
            <a:r>
              <a:rPr lang="en-US" sz="255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ICTSE 2026</a:t>
            </a:r>
            <a:r>
              <a:rPr lang="en-US" sz="25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255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C30E15-E325-465D-ACC9-095C31ED844B}" type="slidenum">
              <a:rPr lang="en-IN" smtClean="0"/>
              <a:t>1</a:t>
            </a:fld>
            <a:endParaRPr lang="en-IN"/>
          </a:p>
        </p:txBody>
      </p:sp>
      <p:pic>
        <p:nvPicPr>
          <p:cNvPr id="9" name="Picture 8" descr="Convocation | NITW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56211" y="4019872"/>
            <a:ext cx="1472345" cy="1411109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/>
          <p:cNvSpPr txBox="1"/>
          <p:nvPr/>
        </p:nvSpPr>
        <p:spPr>
          <a:xfrm>
            <a:off x="379452" y="4097090"/>
            <a:ext cx="172567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Authors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Organization Logo, if available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41586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C30E15-E325-465D-ACC9-095C31ED844B}" type="slidenum">
              <a:rPr lang="en-IN" smtClean="0"/>
              <a:pPr/>
              <a:t>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877043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C30E15-E325-465D-ACC9-095C31ED844B}" type="slidenum">
              <a:rPr lang="en-IN" smtClean="0"/>
              <a:pPr/>
              <a:t>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791705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3231</TotalTime>
  <Words>27</Words>
  <Application>Microsoft Office PowerPoint</Application>
  <PresentationFormat>Widescreen</PresentationFormat>
  <Paragraphs>7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Arial</vt:lpstr>
      <vt:lpstr>Calibri</vt:lpstr>
      <vt:lpstr>Calibri Light</vt:lpstr>
      <vt:lpstr>Times New Roman</vt:lpstr>
      <vt:lpstr>Wingdings</vt:lpstr>
      <vt:lpstr>Office Theme</vt:lpstr>
      <vt:lpstr>Paper Title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HP</dc:creator>
  <cp:lastModifiedBy>Microsoft account</cp:lastModifiedBy>
  <cp:revision>519</cp:revision>
  <dcterms:created xsi:type="dcterms:W3CDTF">2019-12-17T12:15:53Z</dcterms:created>
  <dcterms:modified xsi:type="dcterms:W3CDTF">2026-01-09T09:19:07Z</dcterms:modified>
</cp:coreProperties>
</file>